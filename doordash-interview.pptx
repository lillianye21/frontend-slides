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or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545" y="1724915"/>
            <a:ext cx="1290181" cy="13189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3008"/>
                </a:solidFill>
              </a:defRPr>
            </a:pPr>
            <a:r>
              <a:t>LILLIAN YE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Candidate for Senior Associate, Marketplace Strategy and Planning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4846320"/>
            <a:ext cx="914400" cy="18288"/>
          </a:xfrm>
          <a:prstGeom prst="ellipse">
            <a:avLst/>
          </a:prstGeom>
          <a:solidFill>
            <a:srgbClr val="FF3008"/>
          </a:solidFill>
          <a:ln>
            <a:solidFill>
              <a:srgbClr val="FF3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DOORDASH US MARKETPLACE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Scaling Insights Through Analytical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000" b="1" dirty="0">
                <a:solidFill>
                  <a:srgbClr val="FF3008"/>
                </a:solidFill>
              </a:rPr>
              <a:t>Warner Bros. Discovery | </a:t>
            </a:r>
            <a:r>
              <a:rPr sz="2000" b="1" dirty="0">
                <a:solidFill>
                  <a:srgbClr val="FFFFFF"/>
                </a:solidFill>
              </a:rPr>
              <a:t>Senior Sales Analyst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/>
              <a:t>Streamlined reporting for 80+ international markets, synthesizing complex sales data into actionable insights and dashboards for executive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3008"/>
                </a:solidFill>
              </a:rPr>
              <a:t>Team SoloMid | </a:t>
            </a:r>
            <a:r>
              <a:rPr sz="2000" b="1">
                <a:solidFill>
                  <a:srgbClr val="FFFFFF"/>
                </a:solidFill>
              </a:rPr>
              <a:t>Global Sales Strategy Analyst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Used audience and platform data to support partnership planning; helped craft six-figure pitch narratives and materials that brought in new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3008"/>
                </a:solidFill>
              </a:rPr>
              <a:t>Bank of America | </a:t>
            </a:r>
            <a:r>
              <a:rPr sz="2000" b="1">
                <a:solidFill>
                  <a:srgbClr val="FFFFFF"/>
                </a:solidFill>
              </a:rPr>
              <a:t>Wealth and Asset Management Analyst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Managed high-net-worth portfolios and conducted granular market research for asset allocation across US and International sectors.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t>Strategic Skill Set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Performance Management, Strategic Planning, Data-Informed Storytelling, and Collective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Operational Excellence &amp; Process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KettleSpace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+37% Profitability</a:t>
            </a:r>
            <a:br>
              <a:rPr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Refined contract playbooks and workflows, optimizing unit economics across 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Sonder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15+ Member Teams</a:t>
            </a:r>
            <a:br>
              <a:rPr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Designed expansion plans and implemented protocols to enhance guest satisfaction during rapid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Core Value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Execute with Precision</a:t>
            </a:r>
            <a:br>
              <a:rPr sz="20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2000" dirty="0">
                <a:solidFill>
                  <a:schemeClr val="bg1">
                    <a:lumMod val="95000"/>
                  </a:schemeClr>
                </a:solidFill>
              </a:rPr>
              <a:t>Proven ability to bridge the gap between high-level strategy and granular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Optimizing Analytics with Modern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The Powerhouse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Leveraging Excel and Tableau as primary drivers for routine analytics and direct data synthesis.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The Edge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Supplementary mastery of Claude and Gemini to automate repetitive tasks and drive operational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The Vision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Building robust mechanisms that drive real-time alignment and process improvements across internal stakeholders.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Accelerating the US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Global-to-Local Value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Leveraging international experience (WBD) and US-focused fanbase strategy (TSM) to scale regional partnerships effectively.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Integrated Execution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Bridging departments to ensure data clarity and process efficiency between regional and international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Market Precision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Deep dive into current performance trends to find the "lowest level of detail" and drive actionable marketplace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Roadmap for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30 DAYS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Listen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+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Learn: Audit internal data systems, build relationships with multidisciplinary teams, and understand performance drivers.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60 DAYS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Optimize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+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Innovate: Identify analytical bottlenecks; pilot improvements using Tableau/Excel supplemented by AI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008"/>
                </a:solidFill>
              </a:defRPr>
            </a:pPr>
            <a:r>
              <a:rPr dirty="0"/>
              <a:t>90 DAYS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Execute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+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Scale: Own performance tracking for major segments; lead the first strategic business planning cycle for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Empowering Local Economies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My mission is to leverage analytical precision and operational grit to accelerate US Marketplace Growth and deliver impact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2286000"/>
          </a:xfrm>
          <a:prstGeom prst="rect">
            <a:avLst/>
          </a:prstGeom>
          <a:noFill/>
          <a:ln>
            <a:solidFill>
              <a:srgbClr val="FF3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2400" b="1">
                <a:solidFill>
                  <a:srgbClr val="FF3008"/>
                </a:solidFill>
              </a:defRPr>
            </a:pPr>
            <a:r>
              <a:rPr dirty="0"/>
              <a:t>Lillian Ye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rPr dirty="0"/>
              <a:t>Candidate for Senior Associate, Marketplace Strategy and Planning</a:t>
            </a:r>
          </a:p>
          <a:p>
            <a:br>
              <a:rPr dirty="0"/>
            </a:br>
            <a:r>
              <a:rPr dirty="0"/>
              <a:t>Lillian.ye21@gmail.com</a:t>
            </a:r>
            <a:br>
              <a:rPr dirty="0"/>
            </a:br>
            <a:r>
              <a:rPr sz="1400" dirty="0"/>
              <a:t>https://www.linkedin.com/in/lillian-ye/</a:t>
            </a:r>
          </a:p>
        </p:txBody>
      </p:sp>
      <p:pic>
        <p:nvPicPr>
          <p:cNvPr id="6" name="Picture 5" descr="DoorDash.png">
            <a:extLst>
              <a:ext uri="{FF2B5EF4-FFF2-40B4-BE49-F238E27FC236}">
                <a16:creationId xmlns:a16="http://schemas.microsoft.com/office/drawing/2014/main" id="{0F0C6C08-E548-E07B-46DE-EC89E45BB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756" y="490475"/>
            <a:ext cx="1290181" cy="1318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430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Lillian Y</cp:lastModifiedBy>
  <cp:revision>5</cp:revision>
  <dcterms:created xsi:type="dcterms:W3CDTF">2013-01-27T09:14:16Z</dcterms:created>
  <dcterms:modified xsi:type="dcterms:W3CDTF">2026-02-28T02:02:37Z</dcterms:modified>
  <cp:category/>
</cp:coreProperties>
</file>